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EAF54-8277-B301-25AF-30079EEBF2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1342" y="3429000"/>
            <a:ext cx="5518066" cy="2268559"/>
          </a:xfrm>
        </p:spPr>
        <p:txBody>
          <a:bodyPr>
            <a:normAutofit fontScale="90000"/>
          </a:bodyPr>
          <a:lstStyle/>
          <a:p>
            <a:r>
              <a:rPr lang="en-US"/>
              <a:t>Spotify Recommender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939EC-D7E7-5B85-4F92-CAB10B8A7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2274" y="1067307"/>
            <a:ext cx="5357600" cy="1160213"/>
          </a:xfrm>
        </p:spPr>
        <p:txBody>
          <a:bodyPr/>
          <a:lstStyle/>
          <a:p>
            <a:r>
              <a:rPr lang="en-US" dirty="0"/>
              <a:t>Andy, Eddie, Ishaan, </a:t>
            </a:r>
            <a:r>
              <a:rPr lang="en-US" dirty="0" err="1"/>
              <a:t>Mugeng</a:t>
            </a:r>
            <a:endParaRPr lang="en-US" dirty="0" err="1">
              <a:cs typeface="Arial"/>
            </a:endParaRPr>
          </a:p>
          <a:p>
            <a:r>
              <a:rPr lang="en-US"/>
              <a:t>Team 4 Capstone Project:</a:t>
            </a:r>
          </a:p>
        </p:txBody>
      </p:sp>
    </p:spTree>
    <p:extLst>
      <p:ext uri="{BB962C8B-B14F-4D97-AF65-F5344CB8AC3E}">
        <p14:creationId xmlns:p14="http://schemas.microsoft.com/office/powerpoint/2010/main" val="4478901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Madison</vt:lpstr>
      <vt:lpstr>Spotify Recommender 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Recommender Engine</dc:title>
  <dc:creator>Yue Song</dc:creator>
  <cp:lastModifiedBy>Yue Song</cp:lastModifiedBy>
  <cp:revision>10</cp:revision>
  <dcterms:created xsi:type="dcterms:W3CDTF">2026-07-08T13:19:44Z</dcterms:created>
  <dcterms:modified xsi:type="dcterms:W3CDTF">2026-07-16T02:04:00Z</dcterms:modified>
</cp:coreProperties>
</file>